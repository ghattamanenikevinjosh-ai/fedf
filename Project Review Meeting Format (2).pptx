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86" r:id="rId2"/>
    <p:sldId id="260" r:id="rId3"/>
    <p:sldId id="278" r:id="rId4"/>
    <p:sldId id="257" r:id="rId5"/>
    <p:sldId id="321" r:id="rId6"/>
    <p:sldId id="326" r:id="rId7"/>
    <p:sldId id="322" r:id="rId8"/>
    <p:sldId id="323" r:id="rId9"/>
    <p:sldId id="331" r:id="rId10"/>
    <p:sldId id="324" r:id="rId11"/>
    <p:sldId id="277" r:id="rId12"/>
    <p:sldId id="320" r:id="rId13"/>
    <p:sldId id="327" r:id="rId1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382" autoAdjust="0"/>
  </p:normalViewPr>
  <p:slideViewPr>
    <p:cSldViewPr>
      <p:cViewPr varScale="1">
        <p:scale>
          <a:sx n="64" d="100"/>
          <a:sy n="64" d="100"/>
        </p:scale>
        <p:origin x="636" y="40"/>
      </p:cViewPr>
      <p:guideLst>
        <p:guide orient="horz" pos="2160"/>
        <p:guide pos="2880"/>
      </p:guideLst>
    </p:cSldViewPr>
  </p:slideViewPr>
  <p:outlineViewPr>
    <p:cViewPr>
      <p:scale>
        <a:sx n="33" d="100"/>
        <a:sy n="33" d="100"/>
      </p:scale>
      <p:origin x="0" y="-14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6/12/2026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382A2A7-8E58-4AA3-854C-AFDBFBEC253A}" type="slidenum">
              <a:rPr lang="en-US" smtClean="0"/>
              <a:pPr/>
              <a:t>1</a:t>
            </a:fld>
            <a:endParaRPr lang="en-US"/>
          </a:p>
        </p:txBody>
      </p:sp>
    </p:spTree>
    <p:extLst>
      <p:ext uri="{BB962C8B-B14F-4D97-AF65-F5344CB8AC3E}">
        <p14:creationId xmlns:p14="http://schemas.microsoft.com/office/powerpoint/2010/main" val="850834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7</a:t>
            </a:fld>
            <a:endParaRPr lang="en-US"/>
          </a:p>
        </p:txBody>
      </p:sp>
    </p:spTree>
    <p:extLst>
      <p:ext uri="{BB962C8B-B14F-4D97-AF65-F5344CB8AC3E}">
        <p14:creationId xmlns:p14="http://schemas.microsoft.com/office/powerpoint/2010/main" val="893729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8</a:t>
            </a:fld>
            <a:endParaRPr lang="en-US"/>
          </a:p>
        </p:txBody>
      </p:sp>
    </p:spTree>
    <p:extLst>
      <p:ext uri="{BB962C8B-B14F-4D97-AF65-F5344CB8AC3E}">
        <p14:creationId xmlns:p14="http://schemas.microsoft.com/office/powerpoint/2010/main" val="1682986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6/12/2026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react.dev/?utm_source=chatgpt.com"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developer.mozilla.org/en-US/docs/Web/JavaScript?utm_source=chatgpt.com" TargetMode="External"/><Relationship Id="rId4" Type="http://schemas.openxmlformats.org/officeDocument/2006/relationships/hyperlink" Target="https://tailwindcss.com/docs?utm_source=chatgpt.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Event &amp; Banquet Booking System</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a:t>
            </a:r>
            <a:r>
              <a:rPr lang="en-US" sz="3300" dirty="0" err="1">
                <a:solidFill>
                  <a:srgbClr val="0D0D0D"/>
                </a:solidFill>
                <a:latin typeface="Times New Roman" pitchFamily="18" charset="0"/>
                <a:cs typeface="Times New Roman" pitchFamily="18" charset="0"/>
              </a:rPr>
              <a:t>G.Kevin</a:t>
            </a:r>
            <a:r>
              <a:rPr lang="en-US" sz="3300" dirty="0">
                <a:solidFill>
                  <a:srgbClr val="0D0D0D"/>
                </a:solidFill>
                <a:latin typeface="Times New Roman" pitchFamily="18" charset="0"/>
                <a:cs typeface="Times New Roman" pitchFamily="18" charset="0"/>
              </a:rPr>
              <a:t> Josh                    roll 2520030213  </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a:t>
            </a:r>
            <a:r>
              <a:rPr lang="en-US" sz="3300" dirty="0" err="1">
                <a:solidFill>
                  <a:srgbClr val="0D0D0D"/>
                </a:solidFill>
                <a:latin typeface="Times New Roman" pitchFamily="18" charset="0"/>
                <a:cs typeface="Times New Roman" pitchFamily="18" charset="0"/>
              </a:rPr>
              <a:t>M.Tanvi</a:t>
            </a:r>
            <a:r>
              <a:rPr lang="en-US" sz="3300" dirty="0">
                <a:solidFill>
                  <a:srgbClr val="0D0D0D"/>
                </a:solidFill>
                <a:latin typeface="Times New Roman" pitchFamily="18" charset="0"/>
                <a:cs typeface="Times New Roman" pitchFamily="18" charset="0"/>
              </a:rPr>
              <a:t> Reddy                roll 2520030548</a:t>
            </a: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25</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a:lnSpc>
                <a:spcPct val="80000"/>
              </a:lnSpc>
              <a:defRPr/>
            </a:pPr>
            <a:r>
              <a:rPr lang="en-IN" dirty="0" err="1"/>
              <a:t>DR.Nirmalajyothi</a:t>
            </a:r>
            <a:r>
              <a:rPr lang="en-IN" dirty="0"/>
              <a:t> </a:t>
            </a:r>
            <a:r>
              <a:rPr lang="en-IN" dirty="0" err="1"/>
              <a:t>Narisetty</a:t>
            </a:r>
            <a:endParaRPr lang="en-US" sz="34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92500" lnSpcReduction="10000"/>
          </a:bodyPr>
          <a:lstStyle/>
          <a:p>
            <a:pPr marL="0" indent="0">
              <a:buNone/>
            </a:pPr>
            <a:r>
              <a:rPr lang="en-US" b="1" dirty="0"/>
              <a:t>Elite Hall Scape</a:t>
            </a:r>
            <a:r>
              <a:rPr lang="en-US" dirty="0"/>
              <a:t> is a modern event venue booking platform that simplifies the process of finding and reserving banquet halls, wedding venues, conference halls, and party spaces. The system provides venue browsing, detailed venue information, booking management, availability checking, and secure user interactions through an intuitive web interface. The platform helps customers discover suitable venues based on their event requirements while enabling venue owners to showcase their properties effectively.</a:t>
            </a:r>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fontScale="70000" lnSpcReduction="20000"/>
          </a:bodyPr>
          <a:lstStyle/>
          <a:p>
            <a:pPr marL="0" indent="0">
              <a:buNone/>
            </a:pPr>
            <a:r>
              <a:rPr lang="en-US" dirty="0"/>
              <a:t>Event planning often involves significant effort in searching for suitable venues, comparing facilities, checking availability, and making bookings. Elite Hall Scape addresses these challenges by offering a centralized platform where users can browse multiple venues, view details, compare options, and book event spaces online.</a:t>
            </a:r>
          </a:p>
          <a:p>
            <a:pPr marL="0" indent="0">
              <a:buNone/>
            </a:pPr>
            <a:r>
              <a:rPr lang="en-US" dirty="0"/>
              <a:t>The application serves various event categories such as:</a:t>
            </a:r>
          </a:p>
          <a:p>
            <a:r>
              <a:rPr lang="en-US" dirty="0"/>
              <a:t>Weddings </a:t>
            </a:r>
          </a:p>
          <a:p>
            <a:r>
              <a:rPr lang="en-US" dirty="0"/>
              <a:t>Corporate Conferences </a:t>
            </a:r>
          </a:p>
          <a:p>
            <a:r>
              <a:rPr lang="en-US" dirty="0"/>
              <a:t>Birthday Parties </a:t>
            </a:r>
          </a:p>
          <a:p>
            <a:r>
              <a:rPr lang="en-US" dirty="0"/>
              <a:t>Receptions </a:t>
            </a:r>
          </a:p>
          <a:p>
            <a:r>
              <a:rPr lang="en-US" dirty="0"/>
              <a:t>Family Gatherings </a:t>
            </a:r>
          </a:p>
          <a:p>
            <a:r>
              <a:rPr lang="en-US" dirty="0"/>
              <a:t>Social Events </a:t>
            </a:r>
          </a:p>
          <a:p>
            <a:r>
              <a:rPr lang="en-US" dirty="0"/>
              <a:t>The platform aims to provide a seamless booking experience while improving venue visibility and management.</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fontScale="70000" lnSpcReduction="20000"/>
          </a:bodyPr>
          <a:lstStyle/>
          <a:p>
            <a:pPr marL="0" indent="0">
              <a:buNone/>
            </a:pPr>
            <a:r>
              <a:rPr lang="en-US" dirty="0"/>
              <a:t>Traditional venue booking methods require customers to visit multiple locations, make numerous phone calls, and manually compare venue details. This process is time-consuming and inefficient.</a:t>
            </a:r>
          </a:p>
          <a:p>
            <a:pPr marL="0" indent="0">
              <a:buNone/>
            </a:pPr>
            <a:endParaRPr lang="en-US" dirty="0"/>
          </a:p>
          <a:p>
            <a:pPr marL="0" indent="0">
              <a:buNone/>
            </a:pPr>
            <a:r>
              <a:rPr lang="en-US" dirty="0"/>
              <a:t>Problems include:</a:t>
            </a:r>
          </a:p>
          <a:p>
            <a:r>
              <a:rPr lang="en-US" dirty="0"/>
              <a:t>Difficulty finding suitable venues </a:t>
            </a:r>
          </a:p>
          <a:p>
            <a:r>
              <a:rPr lang="en-US" dirty="0"/>
              <a:t>Lack of real-time availability information </a:t>
            </a:r>
          </a:p>
          <a:p>
            <a:r>
              <a:rPr lang="en-US" dirty="0"/>
              <a:t>Manual booking processes </a:t>
            </a:r>
          </a:p>
          <a:p>
            <a:r>
              <a:rPr lang="en-US" dirty="0"/>
              <a:t>Poor venue comparison options </a:t>
            </a:r>
          </a:p>
          <a:p>
            <a:r>
              <a:rPr lang="en-US" dirty="0"/>
              <a:t>Limited online booking facilities </a:t>
            </a:r>
          </a:p>
          <a:p>
            <a:r>
              <a:rPr lang="en-US" dirty="0"/>
              <a:t>Inefficient communication between customers and venue owners </a:t>
            </a:r>
          </a:p>
          <a:p>
            <a:r>
              <a:rPr lang="en-US" dirty="0"/>
              <a:t>Elite Hall Scape solves these issues through a digital venue discovery and booking system.</a:t>
            </a:r>
          </a:p>
          <a:p>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p:txBody>
          <a:bodyPr>
            <a:normAutofit fontScale="55000" lnSpcReduction="20000"/>
          </a:bodyPr>
          <a:lstStyle/>
          <a:p>
            <a:pPr marL="0" indent="0">
              <a:buNone/>
            </a:pPr>
            <a:r>
              <a:rPr lang="en-US" dirty="0"/>
              <a:t>User Registration/Login</a:t>
            </a:r>
          </a:p>
          <a:p>
            <a:pPr marL="0" indent="0">
              <a:buNone/>
            </a:pPr>
            <a:r>
              <a:rPr lang="en-US" dirty="0"/>
              <a:t>          ↓</a:t>
            </a:r>
          </a:p>
          <a:p>
            <a:pPr marL="0" indent="0">
              <a:buNone/>
            </a:pPr>
            <a:r>
              <a:rPr lang="en-US" dirty="0"/>
              <a:t>     Browse Venues</a:t>
            </a:r>
          </a:p>
          <a:p>
            <a:pPr marL="0" indent="0">
              <a:buNone/>
            </a:pPr>
            <a:r>
              <a:rPr lang="en-US" dirty="0"/>
              <a:t>          ↓</a:t>
            </a:r>
          </a:p>
          <a:p>
            <a:pPr marL="0" indent="0">
              <a:buNone/>
            </a:pPr>
            <a:r>
              <a:rPr lang="en-US" dirty="0"/>
              <a:t>     View Details</a:t>
            </a:r>
          </a:p>
          <a:p>
            <a:pPr marL="0" indent="0">
              <a:buNone/>
            </a:pPr>
            <a:r>
              <a:rPr lang="en-US" dirty="0"/>
              <a:t>          ↓</a:t>
            </a:r>
          </a:p>
          <a:p>
            <a:pPr marL="0" indent="0">
              <a:buNone/>
            </a:pPr>
            <a:r>
              <a:rPr lang="en-US" dirty="0"/>
              <a:t>    Check Availability</a:t>
            </a:r>
          </a:p>
          <a:p>
            <a:pPr marL="0" indent="0">
              <a:buNone/>
            </a:pPr>
            <a:r>
              <a:rPr lang="en-US" dirty="0"/>
              <a:t>          ↓</a:t>
            </a:r>
          </a:p>
          <a:p>
            <a:pPr marL="0" indent="0">
              <a:buNone/>
            </a:pPr>
            <a:r>
              <a:rPr lang="en-US" dirty="0"/>
              <a:t>      Select Venue</a:t>
            </a:r>
          </a:p>
          <a:p>
            <a:pPr marL="0" indent="0">
              <a:buNone/>
            </a:pPr>
            <a:r>
              <a:rPr lang="en-US" dirty="0"/>
              <a:t>          ↓</a:t>
            </a:r>
          </a:p>
          <a:p>
            <a:pPr marL="0" indent="0">
              <a:buNone/>
            </a:pPr>
            <a:r>
              <a:rPr lang="en-US" dirty="0"/>
              <a:t>    Submit Booking</a:t>
            </a:r>
          </a:p>
          <a:p>
            <a:pPr marL="0" indent="0">
              <a:buNone/>
            </a:pPr>
            <a:r>
              <a:rPr lang="en-US" dirty="0"/>
              <a:t>          ↓</a:t>
            </a:r>
          </a:p>
          <a:p>
            <a:pPr marL="0" indent="0">
              <a:buNone/>
            </a:pPr>
            <a:r>
              <a:rPr lang="en-US" dirty="0"/>
              <a:t>Booking Confirmation</a:t>
            </a:r>
          </a:p>
          <a:p>
            <a:pPr marL="0" indent="0">
              <a:buNone/>
            </a:pPr>
            <a:r>
              <a:rPr lang="en-US" dirty="0"/>
              <a:t>          ↓</a:t>
            </a:r>
          </a:p>
          <a:p>
            <a:pPr marL="0" indent="0">
              <a:buNone/>
            </a:pPr>
            <a:r>
              <a:rPr lang="en-US" dirty="0"/>
              <a:t> Event Management</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normAutofit fontScale="62500" lnSpcReduction="20000"/>
          </a:bodyPr>
          <a:lstStyle/>
          <a:p>
            <a:r>
              <a:rPr lang="en-US" b="1" dirty="0"/>
              <a:t>Objective 1</a:t>
            </a:r>
          </a:p>
          <a:p>
            <a:pPr marL="0" indent="0">
              <a:buNone/>
            </a:pPr>
            <a:r>
              <a:rPr lang="en-US" dirty="0"/>
              <a:t>Provide a centralized platform for venue discovery.</a:t>
            </a:r>
          </a:p>
          <a:p>
            <a:pPr marL="0" indent="0">
              <a:buNone/>
            </a:pPr>
            <a:r>
              <a:rPr lang="en-US" b="1" dirty="0"/>
              <a:t>Justification:</a:t>
            </a:r>
            <a:r>
              <a:rPr lang="en-US" dirty="0"/>
              <a:t> Users can search multiple venues from one platform.</a:t>
            </a:r>
          </a:p>
          <a:p>
            <a:r>
              <a:rPr lang="en-US" b="1" dirty="0"/>
              <a:t>Objective 2</a:t>
            </a:r>
          </a:p>
          <a:p>
            <a:pPr marL="0" indent="0">
              <a:buNone/>
            </a:pPr>
            <a:r>
              <a:rPr lang="en-US" dirty="0"/>
              <a:t>Enable easy online booking.</a:t>
            </a:r>
          </a:p>
          <a:p>
            <a:pPr marL="0" indent="0">
              <a:buNone/>
            </a:pPr>
            <a:r>
              <a:rPr lang="en-US" b="1" dirty="0"/>
              <a:t>Justification:</a:t>
            </a:r>
            <a:r>
              <a:rPr lang="en-US" dirty="0"/>
              <a:t> Reduces manual effort and saves time.</a:t>
            </a:r>
          </a:p>
          <a:p>
            <a:r>
              <a:rPr lang="en-US" b="1" dirty="0"/>
              <a:t>Objective 3</a:t>
            </a:r>
          </a:p>
          <a:p>
            <a:pPr marL="0" indent="0">
              <a:buNone/>
            </a:pPr>
            <a:r>
              <a:rPr lang="en-US" dirty="0"/>
              <a:t>Display detailed venue information.</a:t>
            </a:r>
          </a:p>
          <a:p>
            <a:pPr marL="0" indent="0">
              <a:buNone/>
            </a:pPr>
            <a:r>
              <a:rPr lang="en-US" b="1" dirty="0"/>
              <a:t>Justification:</a:t>
            </a:r>
            <a:r>
              <a:rPr lang="en-US" dirty="0"/>
              <a:t> Helps users make informed decisions.</a:t>
            </a:r>
          </a:p>
          <a:p>
            <a:r>
              <a:rPr lang="en-US" b="1" dirty="0"/>
              <a:t>Objective 4</a:t>
            </a:r>
          </a:p>
          <a:p>
            <a:pPr marL="0" indent="0">
              <a:buNone/>
            </a:pPr>
            <a:r>
              <a:rPr lang="en-US" dirty="0"/>
              <a:t>Improve user experience.</a:t>
            </a:r>
          </a:p>
          <a:p>
            <a:pPr marL="0" indent="0">
              <a:buNone/>
            </a:pPr>
            <a:r>
              <a:rPr lang="en-US" b="1" dirty="0"/>
              <a:t>Justification:</a:t>
            </a:r>
            <a:r>
              <a:rPr lang="en-US" dirty="0"/>
              <a:t> Modern UI and responsive design simplify navigation.</a:t>
            </a:r>
          </a:p>
          <a:p>
            <a:r>
              <a:rPr lang="en-US" b="1" dirty="0"/>
              <a:t>Objective 5</a:t>
            </a:r>
          </a:p>
          <a:p>
            <a:pPr marL="0" indent="0">
              <a:buNone/>
            </a:pPr>
            <a:r>
              <a:rPr lang="en-US" dirty="0"/>
              <a:t>Support event planning efficiency.</a:t>
            </a:r>
          </a:p>
          <a:p>
            <a:pPr marL="0" indent="0">
              <a:buNone/>
            </a:pPr>
            <a:r>
              <a:rPr lang="en-US" b="1" dirty="0"/>
              <a:t>Justification:</a:t>
            </a:r>
            <a:r>
              <a:rPr lang="en-US" dirty="0"/>
              <a:t> Quick booking process reduces planning complexity..</a:t>
            </a:r>
          </a:p>
          <a:p>
            <a:endParaRPr lang="en-US"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457200" y="1600201"/>
            <a:ext cx="7162800" cy="4724399"/>
          </a:xfrm>
        </p:spPr>
        <p:txBody>
          <a:bodyPr>
            <a:noAutofit/>
          </a:bodyPr>
          <a:lstStyle/>
          <a:p>
            <a:pPr marL="0" indent="0">
              <a:buNone/>
            </a:pPr>
            <a:r>
              <a:rPr lang="en-IN" sz="1400" b="1" dirty="0"/>
              <a:t>1. Home Page</a:t>
            </a:r>
          </a:p>
          <a:p>
            <a:pPr marL="0" indent="0">
              <a:buNone/>
            </a:pPr>
            <a:r>
              <a:rPr lang="en-IN" sz="1400" dirty="0"/>
              <a:t>Platform overview </a:t>
            </a:r>
          </a:p>
          <a:p>
            <a:pPr marL="0" indent="0">
              <a:buNone/>
            </a:pPr>
            <a:r>
              <a:rPr lang="en-IN" sz="1400" dirty="0"/>
              <a:t>Featured venues </a:t>
            </a:r>
          </a:p>
          <a:p>
            <a:pPr marL="0" indent="0">
              <a:buNone/>
            </a:pPr>
            <a:r>
              <a:rPr lang="en-IN" sz="1400" dirty="0"/>
              <a:t>Search functionality </a:t>
            </a:r>
          </a:p>
          <a:p>
            <a:pPr marL="0" indent="0">
              <a:buNone/>
            </a:pPr>
            <a:r>
              <a:rPr lang="en-IN" sz="1400" dirty="0"/>
              <a:t>Navigation menu </a:t>
            </a:r>
          </a:p>
          <a:p>
            <a:pPr marL="0" indent="0">
              <a:buNone/>
            </a:pPr>
            <a:r>
              <a:rPr lang="en-IN" sz="1400" b="1" dirty="0"/>
              <a:t>2. Venues Page</a:t>
            </a:r>
          </a:p>
          <a:p>
            <a:pPr marL="0" indent="0">
              <a:buNone/>
            </a:pPr>
            <a:r>
              <a:rPr lang="en-IN" sz="1400" dirty="0"/>
              <a:t>List of available venues </a:t>
            </a:r>
          </a:p>
          <a:p>
            <a:pPr marL="0" indent="0">
              <a:buNone/>
            </a:pPr>
            <a:r>
              <a:rPr lang="en-IN" sz="1400" dirty="0"/>
              <a:t>Venue cards with images </a:t>
            </a:r>
          </a:p>
          <a:p>
            <a:pPr marL="0" indent="0">
              <a:buNone/>
            </a:pPr>
            <a:r>
              <a:rPr lang="en-IN" sz="1400" dirty="0"/>
              <a:t>Pricing information </a:t>
            </a:r>
          </a:p>
          <a:p>
            <a:pPr marL="0" indent="0">
              <a:buNone/>
            </a:pPr>
            <a:r>
              <a:rPr lang="en-IN" sz="1400" dirty="0"/>
              <a:t>Capacity details </a:t>
            </a:r>
          </a:p>
          <a:p>
            <a:pPr marL="0" indent="0">
              <a:buNone/>
            </a:pPr>
            <a:r>
              <a:rPr lang="en-IN" sz="1400" dirty="0"/>
              <a:t>Location information </a:t>
            </a:r>
          </a:p>
          <a:p>
            <a:pPr marL="0" indent="0">
              <a:buNone/>
            </a:pPr>
            <a:r>
              <a:rPr lang="en-IN" sz="1400" b="1" dirty="0"/>
              <a:t>3. Venue Details Page</a:t>
            </a:r>
          </a:p>
          <a:p>
            <a:pPr marL="0" indent="0">
              <a:buNone/>
            </a:pPr>
            <a:r>
              <a:rPr lang="en-IN" sz="1400" dirty="0"/>
              <a:t>Detailed venue description </a:t>
            </a:r>
          </a:p>
          <a:p>
            <a:pPr marL="0" indent="0">
              <a:buNone/>
            </a:pPr>
            <a:r>
              <a:rPr lang="en-IN" sz="1400" dirty="0"/>
              <a:t>Amenities and facilities </a:t>
            </a:r>
          </a:p>
          <a:p>
            <a:pPr marL="0" indent="0">
              <a:buNone/>
            </a:pPr>
            <a:r>
              <a:rPr lang="en-IN" sz="1400" dirty="0"/>
              <a:t>Photo gallery </a:t>
            </a:r>
          </a:p>
          <a:p>
            <a:pPr marL="0" indent="0">
              <a:buNone/>
            </a:pPr>
            <a:r>
              <a:rPr lang="en-IN" sz="1400" dirty="0"/>
              <a:t>Availability information </a:t>
            </a:r>
          </a:p>
          <a:p>
            <a:pPr marL="0" indent="0">
              <a:buNone/>
            </a:pPr>
            <a:r>
              <a:rPr lang="en-IN" sz="1400" dirty="0"/>
              <a:t>Booking option </a:t>
            </a:r>
          </a:p>
          <a:p>
            <a:pPr marL="0" indent="0">
              <a:buNone/>
            </a:pPr>
            <a:endParaRPr lang="en-IN" sz="1400" b="1" dirty="0"/>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74FC58-856D-8863-9D96-7FC301623CB6}"/>
              </a:ext>
            </a:extLst>
          </p:cNvPr>
          <p:cNvSpPr txBox="1"/>
          <p:nvPr/>
        </p:nvSpPr>
        <p:spPr>
          <a:xfrm>
            <a:off x="533400" y="1524000"/>
            <a:ext cx="6858000" cy="3970318"/>
          </a:xfrm>
          <a:prstGeom prst="rect">
            <a:avLst/>
          </a:prstGeom>
          <a:noFill/>
        </p:spPr>
        <p:txBody>
          <a:bodyPr wrap="square" rtlCol="0">
            <a:spAutoFit/>
          </a:bodyPr>
          <a:lstStyle/>
          <a:p>
            <a:r>
              <a:rPr lang="en-IN" b="1" dirty="0"/>
              <a:t>4. Booking Page</a:t>
            </a:r>
          </a:p>
          <a:p>
            <a:r>
              <a:rPr lang="en-IN" dirty="0"/>
              <a:t>Event details form </a:t>
            </a:r>
          </a:p>
          <a:p>
            <a:r>
              <a:rPr lang="en-IN" dirty="0"/>
              <a:t>Date selection </a:t>
            </a:r>
          </a:p>
          <a:p>
            <a:r>
              <a:rPr lang="en-IN" dirty="0"/>
              <a:t>Guest count </a:t>
            </a:r>
          </a:p>
          <a:p>
            <a:r>
              <a:rPr lang="en-IN" dirty="0"/>
              <a:t>Booking confirmation </a:t>
            </a:r>
          </a:p>
          <a:p>
            <a:r>
              <a:rPr lang="en-IN" b="1" dirty="0"/>
              <a:t>5. User Authentication</a:t>
            </a:r>
          </a:p>
          <a:p>
            <a:r>
              <a:rPr lang="en-IN" dirty="0"/>
              <a:t>Login </a:t>
            </a:r>
          </a:p>
          <a:p>
            <a:r>
              <a:rPr lang="en-IN" dirty="0"/>
              <a:t>Registration </a:t>
            </a:r>
          </a:p>
          <a:p>
            <a:r>
              <a:rPr lang="en-IN" dirty="0"/>
              <a:t>User profile management </a:t>
            </a:r>
          </a:p>
          <a:p>
            <a:r>
              <a:rPr lang="en-IN" b="1" dirty="0"/>
              <a:t>6. Contact Page</a:t>
            </a:r>
          </a:p>
          <a:p>
            <a:r>
              <a:rPr lang="en-IN" dirty="0"/>
              <a:t>Customer support </a:t>
            </a:r>
          </a:p>
          <a:p>
            <a:r>
              <a:rPr lang="en-IN" dirty="0"/>
              <a:t>Inquiry submission </a:t>
            </a:r>
          </a:p>
          <a:p>
            <a:r>
              <a:rPr lang="en-IN" dirty="0"/>
              <a:t>Contact information</a:t>
            </a:r>
          </a:p>
          <a:p>
            <a:endParaRPr lang="en-IN" dirty="0"/>
          </a:p>
        </p:txBody>
      </p:sp>
      <p:pic>
        <p:nvPicPr>
          <p:cNvPr id="3" name="Picture 2">
            <a:extLst>
              <a:ext uri="{FF2B5EF4-FFF2-40B4-BE49-F238E27FC236}">
                <a16:creationId xmlns:a16="http://schemas.microsoft.com/office/drawing/2014/main" id="{00EB5129-A485-F548-A6AF-BD449167EB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126310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1143001"/>
            <a:ext cx="8229600" cy="4983164"/>
          </a:xfrm>
        </p:spPr>
        <p:txBody>
          <a:bodyPr>
            <a:normAutofit lnSpcReduction="10000"/>
          </a:bodyPr>
          <a:lstStyle/>
          <a:p>
            <a:pPr marL="0" indent="0">
              <a:buNone/>
            </a:pPr>
            <a:r>
              <a:rPr lang="en-US" b="1" dirty="0"/>
              <a:t>Expected Outcomes of the Proposed Work</a:t>
            </a:r>
          </a:p>
          <a:p>
            <a:r>
              <a:rPr lang="en-US" dirty="0"/>
              <a:t>Easy venue discovery process </a:t>
            </a:r>
          </a:p>
          <a:p>
            <a:r>
              <a:rPr lang="en-US" dirty="0"/>
              <a:t>Faster booking experience </a:t>
            </a:r>
          </a:p>
          <a:p>
            <a:r>
              <a:rPr lang="en-US" dirty="0"/>
              <a:t>Improved customer satisfaction </a:t>
            </a:r>
          </a:p>
          <a:p>
            <a:r>
              <a:rPr lang="en-US" dirty="0"/>
              <a:t>Better venue visibility for owners </a:t>
            </a:r>
          </a:p>
          <a:p>
            <a:r>
              <a:rPr lang="en-US" dirty="0"/>
              <a:t>Reduced manual booking efforts </a:t>
            </a:r>
          </a:p>
          <a:p>
            <a:r>
              <a:rPr lang="en-US" dirty="0"/>
              <a:t>Efficient event planning </a:t>
            </a:r>
          </a:p>
          <a:p>
            <a:r>
              <a:rPr lang="en-US" dirty="0"/>
              <a:t>Centralized venue management system </a:t>
            </a:r>
          </a:p>
          <a:p>
            <a:r>
              <a:rPr lang="en-US" dirty="0"/>
              <a:t>User-friendly web application </a:t>
            </a:r>
          </a:p>
          <a:p>
            <a:endParaRPr lang="en-IN" dirty="0"/>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fontScale="62500" lnSpcReduction="20000"/>
          </a:bodyPr>
          <a:lstStyle/>
          <a:p>
            <a:pPr marL="0" indent="0">
              <a:buNone/>
            </a:pPr>
            <a:r>
              <a:rPr lang="en-US" b="1" dirty="0"/>
              <a:t>Conclusion</a:t>
            </a:r>
          </a:p>
          <a:p>
            <a:pPr marL="0" indent="0">
              <a:buNone/>
            </a:pPr>
            <a:r>
              <a:rPr lang="en-US" dirty="0"/>
              <a:t>Elite Hall Scape provides an efficient and user-friendly platform for event venue booking. The system simplifies venue discovery, comparison, and reservation while enhancing the overall user experience. It helps customers find suitable venues quickly and supports venue owners in reaching a larger audience.</a:t>
            </a:r>
          </a:p>
          <a:p>
            <a:pPr marL="0" indent="0">
              <a:buNone/>
            </a:pPr>
            <a:endParaRPr lang="en-US" dirty="0"/>
          </a:p>
          <a:p>
            <a:pPr marL="0" indent="0">
              <a:buNone/>
            </a:pPr>
            <a:r>
              <a:rPr lang="en-US" b="1" dirty="0"/>
              <a:t>Future Scope</a:t>
            </a:r>
          </a:p>
          <a:p>
            <a:r>
              <a:rPr lang="en-US" dirty="0"/>
              <a:t>Online payment integration </a:t>
            </a:r>
          </a:p>
          <a:p>
            <a:r>
              <a:rPr lang="en-US" dirty="0"/>
              <a:t>AI-based venue recommendations </a:t>
            </a:r>
          </a:p>
          <a:p>
            <a:r>
              <a:rPr lang="en-US" dirty="0"/>
              <a:t>Mobile application development </a:t>
            </a:r>
          </a:p>
          <a:p>
            <a:r>
              <a:rPr lang="en-US" dirty="0"/>
              <a:t>Real-time chat support </a:t>
            </a:r>
          </a:p>
          <a:p>
            <a:r>
              <a:rPr lang="en-US" dirty="0"/>
              <a:t>Event planner integration </a:t>
            </a:r>
          </a:p>
          <a:p>
            <a:r>
              <a:rPr lang="en-US" dirty="0"/>
              <a:t>Review and rating system </a:t>
            </a:r>
          </a:p>
          <a:p>
            <a:r>
              <a:rPr lang="en-US" dirty="0"/>
              <a:t>Advanced search filters </a:t>
            </a:r>
          </a:p>
          <a:p>
            <a:r>
              <a:rPr lang="en-US" dirty="0"/>
              <a:t>Multi-language support</a:t>
            </a: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
        <p:nvSpPr>
          <p:cNvPr id="7" name="Rectangle 1">
            <a:extLst>
              <a:ext uri="{FF2B5EF4-FFF2-40B4-BE49-F238E27FC236}">
                <a16:creationId xmlns:a16="http://schemas.microsoft.com/office/drawing/2014/main" id="{07E84B8E-641C-4202-A0FD-C203225280E6}"/>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Elite Hall Scape Website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3"/>
              </a:rPr>
              <a:t>React Documentation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4"/>
              </a:rPr>
              <a:t>Tailwind CSS Documentation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5"/>
              </a:rPr>
              <a:t>JavaScript Documentation (MDN)</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2092</TotalTime>
  <Words>733</Words>
  <Application>Microsoft Office PowerPoint</Application>
  <PresentationFormat>On-screen Show (4:3)</PresentationFormat>
  <Paragraphs>147</Paragraphs>
  <Slides>13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Office Theme</vt:lpstr>
      <vt:lpstr> A Project Review Meeting    on  Event &amp; Banquet Booking System</vt:lpstr>
      <vt:lpstr>Outline of the Presentation</vt:lpstr>
      <vt:lpstr>Abstract</vt:lpstr>
      <vt:lpstr>Introduction</vt:lpstr>
      <vt:lpstr>Problem Statement </vt:lpstr>
      <vt:lpstr>Project Flow Diagram</vt:lpstr>
      <vt:lpstr>Objectives with Justification </vt:lpstr>
      <vt:lpstr>Modules [Frontend web pages]</vt:lpstr>
      <vt:lpstr>PowerPoint Presentation</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ghattamaneni kevin Josh</cp:lastModifiedBy>
  <cp:revision>201</cp:revision>
  <dcterms:created xsi:type="dcterms:W3CDTF">2006-08-16T00:00:00Z</dcterms:created>
  <dcterms:modified xsi:type="dcterms:W3CDTF">2026-06-12T07:43:59Z</dcterms:modified>
</cp:coreProperties>
</file>